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>
        <p:scale>
          <a:sx n="150" d="100"/>
          <a:sy n="150" d="100"/>
        </p:scale>
        <p:origin x="-972" y="-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C400DB-3B91-C96C-B313-735DD161E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2A258C5-BEFF-94F9-EE8F-5DAE37033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86A4A2-7962-5332-C3E8-46CBAE9B3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EC5E-58A9-4284-B216-018D4692315D}" type="datetimeFigureOut">
              <a:rPr lang="de-CH" smtClean="0"/>
              <a:t>23.02.2025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2E15F1-0C9F-699E-F1FB-801E27D2E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985267-C3B5-F1C0-0EF8-53E4313F9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5AF5-033A-4146-98F9-8741585B323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57713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908EA-E27D-9108-B571-03D07D9C5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CFA921-1BD7-9B0F-DA5C-8387D1D0D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A0FC2F-73E5-C68B-8E83-08A0EB4FC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EC5E-58A9-4284-B216-018D4692315D}" type="datetimeFigureOut">
              <a:rPr lang="de-CH" smtClean="0"/>
              <a:t>23.02.2025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C5CD2C-EA0A-57F2-A19B-D211C8C6D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878F39-C133-FCCD-A12B-B80DE682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5AF5-033A-4146-98F9-8741585B323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55908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9B13C6-A625-067F-E01D-B97698719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65EC7E-1C00-74B3-EDC8-C278FCDD4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0C4D6B-DC45-B7F0-BDF0-2F105474A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EC5E-58A9-4284-B216-018D4692315D}" type="datetimeFigureOut">
              <a:rPr lang="de-CH" smtClean="0"/>
              <a:t>23.02.2025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98DC03-43E5-7A94-115E-32D60625A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A99EE5-B3B6-C5DF-F088-D385D3131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5AF5-033A-4146-98F9-8741585B323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128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A117F1-C174-B29B-FDB5-41B78E8CD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C70B2D-9876-B144-076E-0A37505A26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23B3C46-5D5E-CB8E-4FA7-4865CD4A3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9424F5-DF2D-0B84-86A3-AFA780CE0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EC5E-58A9-4284-B216-018D4692315D}" type="datetimeFigureOut">
              <a:rPr lang="de-CH" smtClean="0"/>
              <a:t>23.02.2025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76F5E39-F9FC-5F73-E1DA-171ED7397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E275E04-3E14-0CE7-8CEB-56768645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5AF5-033A-4146-98F9-8741585B323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36711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3ADA30-F17C-5FC5-81DF-175A9AB24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74A9B5D-89A3-752A-53F5-82176DDE2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353515A-C171-7883-5475-BD350C62D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8D24660-7E68-E853-DED8-F3E439689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A2799E6-8977-3AC7-1F3E-5404A1287A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7B35546-DC65-2D4F-2043-F4941B079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EC5E-58A9-4284-B216-018D4692315D}" type="datetimeFigureOut">
              <a:rPr lang="de-CH" smtClean="0"/>
              <a:t>23.02.2025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81270A9-4E82-F370-0300-8DBC22AF1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5FABD01-575F-8075-2CC2-298B0E376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5AF5-033A-4146-98F9-8741585B323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51961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342786-8092-9F71-4758-1CA151B5F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FABA49E-41CE-D2E9-549B-8B2DA9902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EC5E-58A9-4284-B216-018D4692315D}" type="datetimeFigureOut">
              <a:rPr lang="de-CH" smtClean="0"/>
              <a:t>23.02.2025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92CBF72-0A31-01CB-3EDA-0DF78ED16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566014D-8E08-4390-26AD-A95337A71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5AF5-033A-4146-98F9-8741585B323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43166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68197A5-67C2-FFC1-D2C9-7400385B9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EC5E-58A9-4284-B216-018D4692315D}" type="datetimeFigureOut">
              <a:rPr lang="de-CH" smtClean="0"/>
              <a:t>23.02.2025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3118D17-83E0-FA67-E6C2-4651BDEF7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7EB817-1979-6E0C-A03A-45AB4D2BD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5AF5-033A-4146-98F9-8741585B323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98042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FF16CF-74B3-72DB-19CA-44F73E5A2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8F9ACE-CA25-1151-3247-A193AD232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42631E7-D9C3-6676-8CC1-DB3C355E3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C92F4E5-72C5-1EB3-1518-E43873645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EC5E-58A9-4284-B216-018D4692315D}" type="datetimeFigureOut">
              <a:rPr lang="de-CH" smtClean="0"/>
              <a:t>23.02.2025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9F8C94-2F70-322A-B849-DC60AA1D6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3C3C90-C3C6-489E-9F0C-2E00EB1B1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5AF5-033A-4146-98F9-8741585B323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83318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CB55FA-CC23-86E7-A7E2-8634C2C23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6518EC8-1E8C-553E-BC21-AAE145C7DD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A416D35-0BCA-98A2-3985-975B50F25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4FFA2EE-C2FB-90E0-4CED-39375A43A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EC5E-58A9-4284-B216-018D4692315D}" type="datetimeFigureOut">
              <a:rPr lang="de-CH" smtClean="0"/>
              <a:t>23.02.2025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81A305-D628-3E5C-BC13-5D0E30489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1E6D9E-C320-B23E-A190-60AE089A5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5AF5-033A-4146-98F9-8741585B323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52074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BD7ADC-9C8F-62DE-401A-26647B598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91E0B6E-E5D0-D2D8-6C19-FB3466B54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A5117B-5928-BCE2-EFBF-521E7F7CA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EC5E-58A9-4284-B216-018D4692315D}" type="datetimeFigureOut">
              <a:rPr lang="de-CH" smtClean="0"/>
              <a:t>23.02.2025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60E72E-8CA3-A1D8-2455-F0B75403E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3C95E2-5516-53BF-54B1-DA551A482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5AF5-033A-4146-98F9-8741585B323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56506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9A61215-6494-5F4F-F14E-00F91BBB30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497814-1BE1-7535-5067-6B5164D00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351FDC-47BB-0172-74CE-46A686775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EC5E-58A9-4284-B216-018D4692315D}" type="datetimeFigureOut">
              <a:rPr lang="de-CH" smtClean="0"/>
              <a:t>23.02.2025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DA636E-7137-B959-7AD1-5693C0A31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2F9012-60C1-CD6B-A72C-7DA49AF95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5AF5-033A-4146-98F9-8741585B323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56310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4C0B679-E09E-72C8-2213-D04FF09B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86CDC1E-8A25-4EE0-D33E-048F291B1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DC88BD-6705-2F49-0740-BA6E019D70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51EC5E-58A9-4284-B216-018D4692315D}" type="datetimeFigureOut">
              <a:rPr lang="de-CH" smtClean="0"/>
              <a:t>23.02.2025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457E22-C09F-DD51-9170-23D31D1211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682C00-0F02-5247-843D-D15A23A325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CC5AF5-033A-4146-98F9-8741585B323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54918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4679FB71-A096-BA1A-5104-E15897CBADFB}"/>
              </a:ext>
            </a:extLst>
          </p:cNvPr>
          <p:cNvSpPr txBox="1"/>
          <p:nvPr/>
        </p:nvSpPr>
        <p:spPr>
          <a:xfrm>
            <a:off x="5336336" y="1376413"/>
            <a:ext cx="1223668" cy="5232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CH" sz="1400" dirty="0" err="1"/>
              <a:t>Get</a:t>
            </a:r>
            <a:r>
              <a:rPr lang="de-CH" sz="1400" dirty="0"/>
              <a:t> </a:t>
            </a:r>
            <a:r>
              <a:rPr lang="de-CH" sz="1400" dirty="0" err="1"/>
              <a:t>historical</a:t>
            </a:r>
            <a:endParaRPr lang="de-CH" sz="1400" dirty="0"/>
          </a:p>
          <a:p>
            <a:pPr algn="ctr"/>
            <a:r>
              <a:rPr lang="de-CH" sz="1400" dirty="0"/>
              <a:t>Data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7F077C6-F2A6-FA68-1380-F37E4ABDCCE8}"/>
              </a:ext>
            </a:extLst>
          </p:cNvPr>
          <p:cNvSpPr txBox="1"/>
          <p:nvPr/>
        </p:nvSpPr>
        <p:spPr>
          <a:xfrm>
            <a:off x="2948191" y="1376136"/>
            <a:ext cx="1342996" cy="5232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CH" sz="1400" dirty="0"/>
              <a:t>Historical Data</a:t>
            </a:r>
          </a:p>
          <a:p>
            <a:pPr algn="ctr"/>
            <a:r>
              <a:rPr lang="de-CH" sz="1400" dirty="0"/>
              <a:t>.???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759C079-D30B-5F8E-0581-5C1A443388C5}"/>
              </a:ext>
            </a:extLst>
          </p:cNvPr>
          <p:cNvSpPr txBox="1"/>
          <p:nvPr/>
        </p:nvSpPr>
        <p:spPr>
          <a:xfrm>
            <a:off x="5393662" y="2499774"/>
            <a:ext cx="1109022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CH" sz="1400" dirty="0"/>
              <a:t>Trading </a:t>
            </a:r>
            <a:r>
              <a:rPr lang="de-CH" sz="1400" dirty="0" err="1"/>
              <a:t>alog</a:t>
            </a:r>
            <a:endParaRPr lang="de-CH" sz="14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C3E823-40C5-BC2B-36AB-DDC73CDBE6C5}"/>
              </a:ext>
            </a:extLst>
          </p:cNvPr>
          <p:cNvSpPr txBox="1"/>
          <p:nvPr/>
        </p:nvSpPr>
        <p:spPr>
          <a:xfrm>
            <a:off x="8258117" y="2520299"/>
            <a:ext cx="1925464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CH" sz="1400" dirty="0"/>
              <a:t>Main_coinbase_btc.py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6909B65-E96E-3EED-50FE-D4AC2975F2C4}"/>
              </a:ext>
            </a:extLst>
          </p:cNvPr>
          <p:cNvSpPr txBox="1"/>
          <p:nvPr/>
        </p:nvSpPr>
        <p:spPr>
          <a:xfrm>
            <a:off x="8258117" y="2964930"/>
            <a:ext cx="2053254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CH" sz="1400" dirty="0"/>
              <a:t>Main_coinbase_doge.py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5AE24CF7-641C-384B-7379-1D030154FB11}"/>
              </a:ext>
            </a:extLst>
          </p:cNvPr>
          <p:cNvCxnSpPr>
            <a:stCxn id="7" idx="1"/>
            <a:endCxn id="6" idx="3"/>
          </p:cNvCxnSpPr>
          <p:nvPr/>
        </p:nvCxnSpPr>
        <p:spPr>
          <a:xfrm flipH="1" flipV="1">
            <a:off x="6502684" y="2653663"/>
            <a:ext cx="1755433" cy="20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998606E9-5968-80ED-41E4-76522153DAE0}"/>
              </a:ext>
            </a:extLst>
          </p:cNvPr>
          <p:cNvCxnSpPr>
            <a:cxnSpLocks/>
            <a:stCxn id="8" idx="1"/>
            <a:endCxn id="6" idx="3"/>
          </p:cNvCxnSpPr>
          <p:nvPr/>
        </p:nvCxnSpPr>
        <p:spPr>
          <a:xfrm flipH="1" flipV="1">
            <a:off x="6502684" y="2653663"/>
            <a:ext cx="1755433" cy="465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646C30BA-F029-95F7-7926-7750D926BF78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4291187" y="1637746"/>
            <a:ext cx="1045149" cy="2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C3574D1E-3B8B-C804-17BE-27666919DECC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flipH="1" flipV="1">
            <a:off x="5948170" y="1899633"/>
            <a:ext cx="3" cy="6001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19C461EB-3E3E-49C3-FCD6-5658E798D8F2}"/>
              </a:ext>
            </a:extLst>
          </p:cNvPr>
          <p:cNvSpPr txBox="1"/>
          <p:nvPr/>
        </p:nvSpPr>
        <p:spPr>
          <a:xfrm>
            <a:off x="2878341" y="2363021"/>
            <a:ext cx="1342996" cy="5232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CH" sz="1400" dirty="0"/>
              <a:t>Traces</a:t>
            </a:r>
          </a:p>
          <a:p>
            <a:pPr algn="ctr"/>
            <a:r>
              <a:rPr lang="de-CH" sz="1400" dirty="0"/>
              <a:t>.???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D5F8A29-A319-7E60-6701-89C94ABAB278}"/>
              </a:ext>
            </a:extLst>
          </p:cNvPr>
          <p:cNvSpPr txBox="1"/>
          <p:nvPr/>
        </p:nvSpPr>
        <p:spPr>
          <a:xfrm>
            <a:off x="2878341" y="3167390"/>
            <a:ext cx="1342996" cy="5232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CH" sz="1400" dirty="0"/>
              <a:t>Trade log</a:t>
            </a:r>
          </a:p>
          <a:p>
            <a:pPr algn="ctr"/>
            <a:r>
              <a:rPr lang="de-CH" sz="1400" dirty="0"/>
              <a:t>.???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5BAA2D75-3ED2-840E-86C7-E521F0605FCB}"/>
              </a:ext>
            </a:extLst>
          </p:cNvPr>
          <p:cNvCxnSpPr>
            <a:cxnSpLocks/>
            <a:stCxn id="6" idx="1"/>
            <a:endCxn id="28" idx="3"/>
          </p:cNvCxnSpPr>
          <p:nvPr/>
        </p:nvCxnSpPr>
        <p:spPr>
          <a:xfrm flipH="1" flipV="1">
            <a:off x="4221337" y="2624631"/>
            <a:ext cx="1172325" cy="29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1B0B4627-2AF9-0DE5-A7DA-110D4C516897}"/>
              </a:ext>
            </a:extLst>
          </p:cNvPr>
          <p:cNvCxnSpPr>
            <a:cxnSpLocks/>
            <a:stCxn id="6" idx="1"/>
            <a:endCxn id="29" idx="3"/>
          </p:cNvCxnSpPr>
          <p:nvPr/>
        </p:nvCxnSpPr>
        <p:spPr>
          <a:xfrm flipH="1">
            <a:off x="4221337" y="2653663"/>
            <a:ext cx="1172325" cy="7753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93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Breitbild</PresentationFormat>
  <Paragraphs>11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 Khimichenko</dc:creator>
  <cp:lastModifiedBy>Anton Khimichenko</cp:lastModifiedBy>
  <cp:revision>2</cp:revision>
  <dcterms:created xsi:type="dcterms:W3CDTF">2025-02-23T05:52:40Z</dcterms:created>
  <dcterms:modified xsi:type="dcterms:W3CDTF">2025-02-23T22:58:20Z</dcterms:modified>
</cp:coreProperties>
</file>